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HUB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Mobility Infrastructure for the Dallas–Fort Worth Metroplex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Population growth and congestion are outpacing traditional transportation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eVTOL aircraft</a:t>
            </a:r>
          </a:p>
          <a:p>
            <a:r>
              <a:t>Autonomous vehicles</a:t>
            </a:r>
          </a:p>
          <a:p>
            <a:r>
              <a:t>Drone logistics</a:t>
            </a:r>
          </a:p>
          <a:p>
            <a:r>
              <a:t>Electric mobility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HUB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mobility hubs supporting aerial, ground, and logistics transportation.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 hubs</a:t>
            </a:r>
          </a:p>
          <a:p>
            <a:r>
              <a:t>Urban hubs</a:t>
            </a:r>
          </a:p>
          <a:p>
            <a:r>
              <a:t>Micro hubs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DFW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 metro region</a:t>
            </a:r>
          </a:p>
          <a:p>
            <a:r>
              <a:t>Aviation expertise</a:t>
            </a:r>
          </a:p>
          <a:p>
            <a:r>
              <a:t>Technology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Hub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hub demonstration supporting aerial mobility and autonomous fleets.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Landing fees</a:t>
            </a:r>
          </a:p>
          <a:p>
            <a:r>
              <a:t>Charging</a:t>
            </a:r>
          </a:p>
          <a:p>
            <a:r>
              <a:t>Cargo logistics</a:t>
            </a:r>
          </a:p>
          <a:p>
            <a:r>
              <a:t>Retail</a:t>
            </a:r>
          </a:p>
          <a:p>
            <a:r>
              <a:t>Data services</a:t>
            </a:r>
          </a:p>
          <a:p>
            <a:r>
              <a:t>Real estate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Partners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Aerospace companies</a:t>
            </a:r>
          </a:p>
          <a:p>
            <a:r>
              <a:t>Logistics operators</a:t>
            </a:r>
          </a:p>
          <a:p>
            <a:r>
              <a:t>Municipal governments</a:t>
            </a:r>
          </a:p>
          <a:p>
            <a:r>
              <a:t>Infrastructure investors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Federal grants</a:t>
            </a:r>
          </a:p>
          <a:p>
            <a:r>
              <a:t>Infrastructure investors</a:t>
            </a:r>
          </a:p>
          <a:p>
            <a:r>
              <a:t>Strategic partners</a:t>
            </a:r>
          </a:p>
          <a:p>
            <a:r>
              <a:t>Municipal participation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 planning</a:t>
            </a:r>
          </a:p>
          <a:p>
            <a:r>
              <a:t>2027 construction</a:t>
            </a:r>
          </a:p>
          <a:p>
            <a:r>
              <a:t>2028 launch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first fully integrated autonomous mobility grid in a major metropolitan region.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